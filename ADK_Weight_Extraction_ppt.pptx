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2"/>
  </p:normalViewPr>
  <p:slideViewPr>
    <p:cSldViewPr snapToGrid="0">
      <p:cViewPr varScale="1">
        <p:scale>
          <a:sx n="114" d="100"/>
          <a:sy n="114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6B7BF-6FD8-4FC0-885E-3487540ECC2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28EC220-A386-4794-ABEA-FB277B75CD8D}">
      <dgm:prSet/>
      <dgm:spPr/>
      <dgm:t>
        <a:bodyPr/>
        <a:lstStyle/>
        <a:p>
          <a:r>
            <a:rPr lang="en-US"/>
            <a:t>Agent Developer Kit (ADK) is a framework for building and orchestrating AI agents</a:t>
          </a:r>
        </a:p>
      </dgm:t>
    </dgm:pt>
    <dgm:pt modelId="{5168E106-EDB0-43DC-A4BC-A95A4B90A045}" type="parTrans" cxnId="{E573A05F-3635-4FFD-9BF0-29821D66D01D}">
      <dgm:prSet/>
      <dgm:spPr/>
      <dgm:t>
        <a:bodyPr/>
        <a:lstStyle/>
        <a:p>
          <a:endParaRPr lang="en-US"/>
        </a:p>
      </dgm:t>
    </dgm:pt>
    <dgm:pt modelId="{DC2AE15F-23F4-44A0-9FA0-DB5D3F7BB03C}" type="sibTrans" cxnId="{E573A05F-3635-4FFD-9BF0-29821D66D01D}">
      <dgm:prSet/>
      <dgm:spPr/>
      <dgm:t>
        <a:bodyPr/>
        <a:lstStyle/>
        <a:p>
          <a:endParaRPr lang="en-US"/>
        </a:p>
      </dgm:t>
    </dgm:pt>
    <dgm:pt modelId="{A8A3FDC1-9943-4A21-B16B-9226220913A0}">
      <dgm:prSet/>
      <dgm:spPr/>
      <dgm:t>
        <a:bodyPr/>
        <a:lstStyle/>
        <a:p>
          <a:r>
            <a:rPr lang="en-US"/>
            <a:t>Open-source agent framework from Google</a:t>
          </a:r>
        </a:p>
      </dgm:t>
    </dgm:pt>
    <dgm:pt modelId="{6B7D19EE-B96C-44F5-AFBB-61A274545471}" type="parTrans" cxnId="{963ABEFF-2170-4E89-832D-E8DDEA777935}">
      <dgm:prSet/>
      <dgm:spPr/>
      <dgm:t>
        <a:bodyPr/>
        <a:lstStyle/>
        <a:p>
          <a:endParaRPr lang="en-US"/>
        </a:p>
      </dgm:t>
    </dgm:pt>
    <dgm:pt modelId="{431155E1-48C5-42B0-ACFA-33FEE2A35A30}" type="sibTrans" cxnId="{963ABEFF-2170-4E89-832D-E8DDEA777935}">
      <dgm:prSet/>
      <dgm:spPr/>
      <dgm:t>
        <a:bodyPr/>
        <a:lstStyle/>
        <a:p>
          <a:endParaRPr lang="en-US"/>
        </a:p>
      </dgm:t>
    </dgm:pt>
    <dgm:pt modelId="{803C64B5-B669-4CAC-80DF-1EBD80097678}">
      <dgm:prSet/>
      <dgm:spPr/>
      <dgm:t>
        <a:bodyPr/>
        <a:lstStyle/>
        <a:p>
          <a:r>
            <a:rPr lang="en-US"/>
            <a:t>Language-agnostic (Python, Java, etc.)</a:t>
          </a:r>
        </a:p>
      </dgm:t>
    </dgm:pt>
    <dgm:pt modelId="{98C8ACF6-22F4-4339-97B9-AFB2AD60219E}" type="parTrans" cxnId="{72C068F8-028F-4ABD-9BD8-108243F868F0}">
      <dgm:prSet/>
      <dgm:spPr/>
      <dgm:t>
        <a:bodyPr/>
        <a:lstStyle/>
        <a:p>
          <a:endParaRPr lang="en-US"/>
        </a:p>
      </dgm:t>
    </dgm:pt>
    <dgm:pt modelId="{C780A05D-104B-45A6-A07F-D58EF9CC1E1A}" type="sibTrans" cxnId="{72C068F8-028F-4ABD-9BD8-108243F868F0}">
      <dgm:prSet/>
      <dgm:spPr/>
      <dgm:t>
        <a:bodyPr/>
        <a:lstStyle/>
        <a:p>
          <a:endParaRPr lang="en-US"/>
        </a:p>
      </dgm:t>
    </dgm:pt>
    <dgm:pt modelId="{842F5FB9-3282-4E2A-A81B-95781C9F6F5F}">
      <dgm:prSet/>
      <dgm:spPr/>
      <dgm:t>
        <a:bodyPr/>
        <a:lstStyle/>
        <a:p>
          <a:r>
            <a:rPr lang="en-US"/>
            <a:t>Model-agnostic (bring-your-own model)</a:t>
          </a:r>
        </a:p>
      </dgm:t>
    </dgm:pt>
    <dgm:pt modelId="{19C63A2D-A680-434B-99CC-F09FCD90C40D}" type="parTrans" cxnId="{6C94FA1A-23EC-4E0F-825E-E4EB32909925}">
      <dgm:prSet/>
      <dgm:spPr/>
      <dgm:t>
        <a:bodyPr/>
        <a:lstStyle/>
        <a:p>
          <a:endParaRPr lang="en-US"/>
        </a:p>
      </dgm:t>
    </dgm:pt>
    <dgm:pt modelId="{760EE6E5-42C7-46D8-B073-582F6BE9063D}" type="sibTrans" cxnId="{6C94FA1A-23EC-4E0F-825E-E4EB32909925}">
      <dgm:prSet/>
      <dgm:spPr/>
      <dgm:t>
        <a:bodyPr/>
        <a:lstStyle/>
        <a:p>
          <a:endParaRPr lang="en-US"/>
        </a:p>
      </dgm:t>
    </dgm:pt>
    <dgm:pt modelId="{CA9F9A0F-2F02-4059-B6F9-02F58CD424B4}">
      <dgm:prSet/>
      <dgm:spPr/>
      <dgm:t>
        <a:bodyPr/>
        <a:lstStyle/>
        <a:p>
          <a:r>
            <a:rPr lang="en-US"/>
            <a:t>Deployment-agnostic (local -&gt; cloud)</a:t>
          </a:r>
        </a:p>
      </dgm:t>
    </dgm:pt>
    <dgm:pt modelId="{D8F75402-E744-4AF7-B833-5BBCC8B83683}" type="parTrans" cxnId="{FBE74DA7-7731-4E6F-9795-4D8341A412BA}">
      <dgm:prSet/>
      <dgm:spPr/>
      <dgm:t>
        <a:bodyPr/>
        <a:lstStyle/>
        <a:p>
          <a:endParaRPr lang="en-US"/>
        </a:p>
      </dgm:t>
    </dgm:pt>
    <dgm:pt modelId="{6B98C6E6-0B55-4720-8D21-A7AD7F52B25F}" type="sibTrans" cxnId="{FBE74DA7-7731-4E6F-9795-4D8341A412BA}">
      <dgm:prSet/>
      <dgm:spPr/>
      <dgm:t>
        <a:bodyPr/>
        <a:lstStyle/>
        <a:p>
          <a:endParaRPr lang="en-US"/>
        </a:p>
      </dgm:t>
    </dgm:pt>
    <dgm:pt modelId="{7FD88AD5-3D1F-4226-9478-684E302EF8C1}">
      <dgm:prSet/>
      <dgm:spPr/>
      <dgm:t>
        <a:bodyPr/>
        <a:lstStyle/>
        <a:p>
          <a:r>
            <a:rPr lang="en-US"/>
            <a:t>Designed to build structured agent workflows</a:t>
          </a:r>
        </a:p>
      </dgm:t>
    </dgm:pt>
    <dgm:pt modelId="{A301E797-78FE-4513-BB09-A7DDE0A0918D}" type="parTrans" cxnId="{F06A8416-A6C6-4A5A-A122-96D466EB256E}">
      <dgm:prSet/>
      <dgm:spPr/>
      <dgm:t>
        <a:bodyPr/>
        <a:lstStyle/>
        <a:p>
          <a:endParaRPr lang="en-US"/>
        </a:p>
      </dgm:t>
    </dgm:pt>
    <dgm:pt modelId="{565D95B0-CDE5-4FED-88B0-C9963BB4D1FD}" type="sibTrans" cxnId="{F06A8416-A6C6-4A5A-A122-96D466EB256E}">
      <dgm:prSet/>
      <dgm:spPr/>
      <dgm:t>
        <a:bodyPr/>
        <a:lstStyle/>
        <a:p>
          <a:endParaRPr lang="en-US"/>
        </a:p>
      </dgm:t>
    </dgm:pt>
    <dgm:pt modelId="{D877481E-346A-4CEE-BA74-0EEFB3B96878}">
      <dgm:prSet/>
      <dgm:spPr/>
      <dgm:t>
        <a:bodyPr/>
        <a:lstStyle/>
        <a:p>
          <a:r>
            <a:rPr lang="en-US"/>
            <a:t>Easy to plug different models:</a:t>
          </a:r>
        </a:p>
      </dgm:t>
    </dgm:pt>
    <dgm:pt modelId="{50D3CF8A-025F-4210-9465-81DAB5C735DE}" type="parTrans" cxnId="{E39C6A66-48C5-4E0E-9640-350FD37348A8}">
      <dgm:prSet/>
      <dgm:spPr/>
      <dgm:t>
        <a:bodyPr/>
        <a:lstStyle/>
        <a:p>
          <a:endParaRPr lang="en-US"/>
        </a:p>
      </dgm:t>
    </dgm:pt>
    <dgm:pt modelId="{C5D71231-1221-4C52-B941-82BE8BA9F477}" type="sibTrans" cxnId="{E39C6A66-48C5-4E0E-9640-350FD37348A8}">
      <dgm:prSet/>
      <dgm:spPr/>
      <dgm:t>
        <a:bodyPr/>
        <a:lstStyle/>
        <a:p>
          <a:endParaRPr lang="en-US"/>
        </a:p>
      </dgm:t>
    </dgm:pt>
    <dgm:pt modelId="{01D2246B-E342-4252-96C5-2D8574C723BB}">
      <dgm:prSet/>
      <dgm:spPr/>
      <dgm:t>
        <a:bodyPr/>
        <a:lstStyle/>
        <a:p>
          <a:r>
            <a:rPr lang="en-US" dirty="0"/>
            <a:t>Gemini</a:t>
          </a:r>
        </a:p>
      </dgm:t>
    </dgm:pt>
    <dgm:pt modelId="{B3678953-6FCD-499D-B980-DFA2C5B01EF2}" type="parTrans" cxnId="{8CB4C715-B3D7-4D88-90DA-D6806086D4D5}">
      <dgm:prSet/>
      <dgm:spPr/>
      <dgm:t>
        <a:bodyPr/>
        <a:lstStyle/>
        <a:p>
          <a:endParaRPr lang="en-US"/>
        </a:p>
      </dgm:t>
    </dgm:pt>
    <dgm:pt modelId="{4B3BECFB-85DC-4A38-937E-5EAB423E5775}" type="sibTrans" cxnId="{8CB4C715-B3D7-4D88-90DA-D6806086D4D5}">
      <dgm:prSet/>
      <dgm:spPr/>
      <dgm:t>
        <a:bodyPr/>
        <a:lstStyle/>
        <a:p>
          <a:endParaRPr lang="en-US"/>
        </a:p>
      </dgm:t>
    </dgm:pt>
    <dgm:pt modelId="{709C994E-8B64-44C1-A64F-8D7F19F9ADAC}">
      <dgm:prSet/>
      <dgm:spPr/>
      <dgm:t>
        <a:bodyPr/>
        <a:lstStyle/>
        <a:p>
          <a:r>
            <a:rPr lang="en-US" dirty="0"/>
            <a:t>Claude</a:t>
          </a:r>
        </a:p>
      </dgm:t>
    </dgm:pt>
    <dgm:pt modelId="{94E2E59C-C891-41D6-8AB3-42446E819A2F}" type="parTrans" cxnId="{8DDFE2D0-6867-49F2-8913-DA4966B51506}">
      <dgm:prSet/>
      <dgm:spPr/>
      <dgm:t>
        <a:bodyPr/>
        <a:lstStyle/>
        <a:p>
          <a:endParaRPr lang="en-US"/>
        </a:p>
      </dgm:t>
    </dgm:pt>
    <dgm:pt modelId="{9E3E5EDC-B95F-4550-A6E0-1D461152012A}" type="sibTrans" cxnId="{8DDFE2D0-6867-49F2-8913-DA4966B51506}">
      <dgm:prSet/>
      <dgm:spPr/>
      <dgm:t>
        <a:bodyPr/>
        <a:lstStyle/>
        <a:p>
          <a:endParaRPr lang="en-US"/>
        </a:p>
      </dgm:t>
    </dgm:pt>
    <dgm:pt modelId="{C49D8A1F-9DB4-4057-B2AB-928FDC082825}" type="pres">
      <dgm:prSet presAssocID="{7EB6B7BF-6FD8-4FC0-885E-3487540ECC28}" presName="root" presStyleCnt="0">
        <dgm:presLayoutVars>
          <dgm:dir/>
          <dgm:resizeHandles val="exact"/>
        </dgm:presLayoutVars>
      </dgm:prSet>
      <dgm:spPr/>
    </dgm:pt>
    <dgm:pt modelId="{A1F5DCD0-5B5F-4927-BC7D-1764EA1E95B7}" type="pres">
      <dgm:prSet presAssocID="{228EC220-A386-4794-ABEA-FB277B75CD8D}" presName="compNode" presStyleCnt="0"/>
      <dgm:spPr/>
    </dgm:pt>
    <dgm:pt modelId="{FF0F0DEA-7B6E-40F6-B7D4-261BB248B8CA}" type="pres">
      <dgm:prSet presAssocID="{228EC220-A386-4794-ABEA-FB277B75CD8D}" presName="bgRect" presStyleLbl="bgShp" presStyleIdx="0" presStyleCnt="7"/>
      <dgm:spPr/>
    </dgm:pt>
    <dgm:pt modelId="{FDB5277B-ED39-4A9E-8987-CC920EEFC62D}" type="pres">
      <dgm:prSet presAssocID="{228EC220-A386-4794-ABEA-FB277B75CD8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377312F-D97E-4515-BCDE-BF440BCB0C32}" type="pres">
      <dgm:prSet presAssocID="{228EC220-A386-4794-ABEA-FB277B75CD8D}" presName="spaceRect" presStyleCnt="0"/>
      <dgm:spPr/>
    </dgm:pt>
    <dgm:pt modelId="{F28E5846-F6DD-459B-83D8-747250EC7E01}" type="pres">
      <dgm:prSet presAssocID="{228EC220-A386-4794-ABEA-FB277B75CD8D}" presName="parTx" presStyleLbl="revTx" presStyleIdx="0" presStyleCnt="8">
        <dgm:presLayoutVars>
          <dgm:chMax val="0"/>
          <dgm:chPref val="0"/>
        </dgm:presLayoutVars>
      </dgm:prSet>
      <dgm:spPr/>
    </dgm:pt>
    <dgm:pt modelId="{A3C777C4-8AC1-4E1D-953E-FCBE1D36B64D}" type="pres">
      <dgm:prSet presAssocID="{DC2AE15F-23F4-44A0-9FA0-DB5D3F7BB03C}" presName="sibTrans" presStyleCnt="0"/>
      <dgm:spPr/>
    </dgm:pt>
    <dgm:pt modelId="{9E8F8A30-B90D-4F7D-9BB3-91257C4AB8E6}" type="pres">
      <dgm:prSet presAssocID="{A8A3FDC1-9943-4A21-B16B-9226220913A0}" presName="compNode" presStyleCnt="0"/>
      <dgm:spPr/>
    </dgm:pt>
    <dgm:pt modelId="{0583AD29-2338-44CE-A733-8BE3DCD91ABF}" type="pres">
      <dgm:prSet presAssocID="{A8A3FDC1-9943-4A21-B16B-9226220913A0}" presName="bgRect" presStyleLbl="bgShp" presStyleIdx="1" presStyleCnt="7"/>
      <dgm:spPr/>
    </dgm:pt>
    <dgm:pt modelId="{00766C92-0B19-4F18-9F57-244D29F291CC}" type="pres">
      <dgm:prSet presAssocID="{A8A3FDC1-9943-4A21-B16B-9226220913A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5D1DC55-DCDA-41E9-8ACE-3CE9B4370B8F}" type="pres">
      <dgm:prSet presAssocID="{A8A3FDC1-9943-4A21-B16B-9226220913A0}" presName="spaceRect" presStyleCnt="0"/>
      <dgm:spPr/>
    </dgm:pt>
    <dgm:pt modelId="{49CF5E58-5AF5-4A35-961D-A321E92BB061}" type="pres">
      <dgm:prSet presAssocID="{A8A3FDC1-9943-4A21-B16B-9226220913A0}" presName="parTx" presStyleLbl="revTx" presStyleIdx="1" presStyleCnt="8">
        <dgm:presLayoutVars>
          <dgm:chMax val="0"/>
          <dgm:chPref val="0"/>
        </dgm:presLayoutVars>
      </dgm:prSet>
      <dgm:spPr/>
    </dgm:pt>
    <dgm:pt modelId="{78BD1B35-0576-43B8-A6BE-5862E543EE3B}" type="pres">
      <dgm:prSet presAssocID="{431155E1-48C5-42B0-ACFA-33FEE2A35A30}" presName="sibTrans" presStyleCnt="0"/>
      <dgm:spPr/>
    </dgm:pt>
    <dgm:pt modelId="{F2DD66EA-DC0F-4B20-B444-6E240458A250}" type="pres">
      <dgm:prSet presAssocID="{803C64B5-B669-4CAC-80DF-1EBD80097678}" presName="compNode" presStyleCnt="0"/>
      <dgm:spPr/>
    </dgm:pt>
    <dgm:pt modelId="{97DE11FB-0421-4118-8C67-BDA52B3B1AAB}" type="pres">
      <dgm:prSet presAssocID="{803C64B5-B669-4CAC-80DF-1EBD80097678}" presName="bgRect" presStyleLbl="bgShp" presStyleIdx="2" presStyleCnt="7"/>
      <dgm:spPr/>
    </dgm:pt>
    <dgm:pt modelId="{F41EF41B-1461-4FDC-A1E9-C50A3AE83ECA}" type="pres">
      <dgm:prSet presAssocID="{803C64B5-B669-4CAC-80DF-1EBD8009767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B566993-02DB-43A5-BCCB-026D21B2B3C9}" type="pres">
      <dgm:prSet presAssocID="{803C64B5-B669-4CAC-80DF-1EBD80097678}" presName="spaceRect" presStyleCnt="0"/>
      <dgm:spPr/>
    </dgm:pt>
    <dgm:pt modelId="{4F5AB2AD-AF6A-4AAA-BAA7-8901411316C2}" type="pres">
      <dgm:prSet presAssocID="{803C64B5-B669-4CAC-80DF-1EBD80097678}" presName="parTx" presStyleLbl="revTx" presStyleIdx="2" presStyleCnt="8">
        <dgm:presLayoutVars>
          <dgm:chMax val="0"/>
          <dgm:chPref val="0"/>
        </dgm:presLayoutVars>
      </dgm:prSet>
      <dgm:spPr/>
    </dgm:pt>
    <dgm:pt modelId="{2FF23BF9-4D23-4532-B7AC-841B94D26B17}" type="pres">
      <dgm:prSet presAssocID="{C780A05D-104B-45A6-A07F-D58EF9CC1E1A}" presName="sibTrans" presStyleCnt="0"/>
      <dgm:spPr/>
    </dgm:pt>
    <dgm:pt modelId="{1FECEF1D-3541-4535-A7C0-A460423290A6}" type="pres">
      <dgm:prSet presAssocID="{842F5FB9-3282-4E2A-A81B-95781C9F6F5F}" presName="compNode" presStyleCnt="0"/>
      <dgm:spPr/>
    </dgm:pt>
    <dgm:pt modelId="{91DB9209-D385-4E91-A720-2937DED6BE13}" type="pres">
      <dgm:prSet presAssocID="{842F5FB9-3282-4E2A-A81B-95781C9F6F5F}" presName="bgRect" presStyleLbl="bgShp" presStyleIdx="3" presStyleCnt="7"/>
      <dgm:spPr/>
    </dgm:pt>
    <dgm:pt modelId="{598775B7-A60D-407A-BACA-89C0910BA180}" type="pres">
      <dgm:prSet presAssocID="{842F5FB9-3282-4E2A-A81B-95781C9F6F5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FED21169-477E-42AE-8D67-38530527F3B9}" type="pres">
      <dgm:prSet presAssocID="{842F5FB9-3282-4E2A-A81B-95781C9F6F5F}" presName="spaceRect" presStyleCnt="0"/>
      <dgm:spPr/>
    </dgm:pt>
    <dgm:pt modelId="{F6BEE326-36BE-4C1D-B3A9-4A6F371DE128}" type="pres">
      <dgm:prSet presAssocID="{842F5FB9-3282-4E2A-A81B-95781C9F6F5F}" presName="parTx" presStyleLbl="revTx" presStyleIdx="3" presStyleCnt="8">
        <dgm:presLayoutVars>
          <dgm:chMax val="0"/>
          <dgm:chPref val="0"/>
        </dgm:presLayoutVars>
      </dgm:prSet>
      <dgm:spPr/>
    </dgm:pt>
    <dgm:pt modelId="{1DDE910D-EAF3-40DC-A55A-BC3A4303F72D}" type="pres">
      <dgm:prSet presAssocID="{760EE6E5-42C7-46D8-B073-582F6BE9063D}" presName="sibTrans" presStyleCnt="0"/>
      <dgm:spPr/>
    </dgm:pt>
    <dgm:pt modelId="{E292254A-C3F1-4A62-BBDF-9E8861AF8A28}" type="pres">
      <dgm:prSet presAssocID="{CA9F9A0F-2F02-4059-B6F9-02F58CD424B4}" presName="compNode" presStyleCnt="0"/>
      <dgm:spPr/>
    </dgm:pt>
    <dgm:pt modelId="{FED05C91-A50F-43B0-A6AA-4FA4FCA4140C}" type="pres">
      <dgm:prSet presAssocID="{CA9F9A0F-2F02-4059-B6F9-02F58CD424B4}" presName="bgRect" presStyleLbl="bgShp" presStyleIdx="4" presStyleCnt="7"/>
      <dgm:spPr/>
    </dgm:pt>
    <dgm:pt modelId="{CE9D0E26-213A-463D-BE2E-B2168E2DCBD0}" type="pres">
      <dgm:prSet presAssocID="{CA9F9A0F-2F02-4059-B6F9-02F58CD424B4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F235758-C887-41FA-9667-2DBC9A244FAC}" type="pres">
      <dgm:prSet presAssocID="{CA9F9A0F-2F02-4059-B6F9-02F58CD424B4}" presName="spaceRect" presStyleCnt="0"/>
      <dgm:spPr/>
    </dgm:pt>
    <dgm:pt modelId="{DB187D48-AB07-430C-8DF2-CEB5B3ACA5D7}" type="pres">
      <dgm:prSet presAssocID="{CA9F9A0F-2F02-4059-B6F9-02F58CD424B4}" presName="parTx" presStyleLbl="revTx" presStyleIdx="4" presStyleCnt="8">
        <dgm:presLayoutVars>
          <dgm:chMax val="0"/>
          <dgm:chPref val="0"/>
        </dgm:presLayoutVars>
      </dgm:prSet>
      <dgm:spPr/>
    </dgm:pt>
    <dgm:pt modelId="{C5202BFE-DABB-4446-A737-8914B5A13932}" type="pres">
      <dgm:prSet presAssocID="{6B98C6E6-0B55-4720-8D21-A7AD7F52B25F}" presName="sibTrans" presStyleCnt="0"/>
      <dgm:spPr/>
    </dgm:pt>
    <dgm:pt modelId="{49412D52-6F30-4902-99D3-B3AB49E3B324}" type="pres">
      <dgm:prSet presAssocID="{7FD88AD5-3D1F-4226-9478-684E302EF8C1}" presName="compNode" presStyleCnt="0"/>
      <dgm:spPr/>
    </dgm:pt>
    <dgm:pt modelId="{6B3E0633-FEDA-4AE5-8CFB-59AA256393A9}" type="pres">
      <dgm:prSet presAssocID="{7FD88AD5-3D1F-4226-9478-684E302EF8C1}" presName="bgRect" presStyleLbl="bgShp" presStyleIdx="5" presStyleCnt="7"/>
      <dgm:spPr/>
    </dgm:pt>
    <dgm:pt modelId="{04D6D121-BF93-487B-8DFD-826194344768}" type="pres">
      <dgm:prSet presAssocID="{7FD88AD5-3D1F-4226-9478-684E302EF8C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562BD1F7-D7A2-421B-894C-C354CDC3F3F0}" type="pres">
      <dgm:prSet presAssocID="{7FD88AD5-3D1F-4226-9478-684E302EF8C1}" presName="spaceRect" presStyleCnt="0"/>
      <dgm:spPr/>
    </dgm:pt>
    <dgm:pt modelId="{6137D369-3A96-4C39-90CD-865616E25FEE}" type="pres">
      <dgm:prSet presAssocID="{7FD88AD5-3D1F-4226-9478-684E302EF8C1}" presName="parTx" presStyleLbl="revTx" presStyleIdx="5" presStyleCnt="8">
        <dgm:presLayoutVars>
          <dgm:chMax val="0"/>
          <dgm:chPref val="0"/>
        </dgm:presLayoutVars>
      </dgm:prSet>
      <dgm:spPr/>
    </dgm:pt>
    <dgm:pt modelId="{10988F8C-5316-4C40-BBBE-C0121283A573}" type="pres">
      <dgm:prSet presAssocID="{565D95B0-CDE5-4FED-88B0-C9963BB4D1FD}" presName="sibTrans" presStyleCnt="0"/>
      <dgm:spPr/>
    </dgm:pt>
    <dgm:pt modelId="{BA390855-3FB4-474E-B74E-1F374DE6CA06}" type="pres">
      <dgm:prSet presAssocID="{D877481E-346A-4CEE-BA74-0EEFB3B96878}" presName="compNode" presStyleCnt="0"/>
      <dgm:spPr/>
    </dgm:pt>
    <dgm:pt modelId="{748F2035-3236-43AC-BE25-40CCC6B2A90D}" type="pres">
      <dgm:prSet presAssocID="{D877481E-346A-4CEE-BA74-0EEFB3B96878}" presName="bgRect" presStyleLbl="bgShp" presStyleIdx="6" presStyleCnt="7"/>
      <dgm:spPr/>
    </dgm:pt>
    <dgm:pt modelId="{E26DCE6A-8678-4155-B212-A8FAE269A0F0}" type="pres">
      <dgm:prSet presAssocID="{D877481E-346A-4CEE-BA74-0EEFB3B9687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D4A61D9C-E0FB-496C-85B9-527ACFC44186}" type="pres">
      <dgm:prSet presAssocID="{D877481E-346A-4CEE-BA74-0EEFB3B96878}" presName="spaceRect" presStyleCnt="0"/>
      <dgm:spPr/>
    </dgm:pt>
    <dgm:pt modelId="{3663AE6C-EE67-4C53-8B21-3A9661A02C20}" type="pres">
      <dgm:prSet presAssocID="{D877481E-346A-4CEE-BA74-0EEFB3B96878}" presName="parTx" presStyleLbl="revTx" presStyleIdx="6" presStyleCnt="8">
        <dgm:presLayoutVars>
          <dgm:chMax val="0"/>
          <dgm:chPref val="0"/>
        </dgm:presLayoutVars>
      </dgm:prSet>
      <dgm:spPr/>
    </dgm:pt>
    <dgm:pt modelId="{94853192-FAD7-480E-A957-130DD4928A59}" type="pres">
      <dgm:prSet presAssocID="{D877481E-346A-4CEE-BA74-0EEFB3B96878}" presName="desTx" presStyleLbl="revTx" presStyleIdx="7" presStyleCnt="8">
        <dgm:presLayoutVars/>
      </dgm:prSet>
      <dgm:spPr/>
    </dgm:pt>
  </dgm:ptLst>
  <dgm:cxnLst>
    <dgm:cxn modelId="{3BC37504-BD54-0541-A105-673C1EF6B281}" type="presOf" srcId="{228EC220-A386-4794-ABEA-FB277B75CD8D}" destId="{F28E5846-F6DD-459B-83D8-747250EC7E01}" srcOrd="0" destOrd="0" presId="urn:microsoft.com/office/officeart/2018/2/layout/IconVerticalSolidList"/>
    <dgm:cxn modelId="{B25B170F-67D6-CB48-98CF-34D1F7306719}" type="presOf" srcId="{7FD88AD5-3D1F-4226-9478-684E302EF8C1}" destId="{6137D369-3A96-4C39-90CD-865616E25FEE}" srcOrd="0" destOrd="0" presId="urn:microsoft.com/office/officeart/2018/2/layout/IconVerticalSolidList"/>
    <dgm:cxn modelId="{8CB4C715-B3D7-4D88-90DA-D6806086D4D5}" srcId="{D877481E-346A-4CEE-BA74-0EEFB3B96878}" destId="{01D2246B-E342-4252-96C5-2D8574C723BB}" srcOrd="0" destOrd="0" parTransId="{B3678953-6FCD-499D-B980-DFA2C5B01EF2}" sibTransId="{4B3BECFB-85DC-4A38-937E-5EAB423E5775}"/>
    <dgm:cxn modelId="{F06A8416-A6C6-4A5A-A122-96D466EB256E}" srcId="{7EB6B7BF-6FD8-4FC0-885E-3487540ECC28}" destId="{7FD88AD5-3D1F-4226-9478-684E302EF8C1}" srcOrd="5" destOrd="0" parTransId="{A301E797-78FE-4513-BB09-A7DDE0A0918D}" sibTransId="{565D95B0-CDE5-4FED-88B0-C9963BB4D1FD}"/>
    <dgm:cxn modelId="{0981961A-7052-594B-9847-FEE92DB91DE3}" type="presOf" srcId="{709C994E-8B64-44C1-A64F-8D7F19F9ADAC}" destId="{94853192-FAD7-480E-A957-130DD4928A59}" srcOrd="0" destOrd="1" presId="urn:microsoft.com/office/officeart/2018/2/layout/IconVerticalSolidList"/>
    <dgm:cxn modelId="{6C94FA1A-23EC-4E0F-825E-E4EB32909925}" srcId="{7EB6B7BF-6FD8-4FC0-885E-3487540ECC28}" destId="{842F5FB9-3282-4E2A-A81B-95781C9F6F5F}" srcOrd="3" destOrd="0" parTransId="{19C63A2D-A680-434B-99CC-F09FCD90C40D}" sibTransId="{760EE6E5-42C7-46D8-B073-582F6BE9063D}"/>
    <dgm:cxn modelId="{60593743-00D8-604C-AA5E-40DD5EAF5151}" type="presOf" srcId="{D877481E-346A-4CEE-BA74-0EEFB3B96878}" destId="{3663AE6C-EE67-4C53-8B21-3A9661A02C20}" srcOrd="0" destOrd="0" presId="urn:microsoft.com/office/officeart/2018/2/layout/IconVerticalSolidList"/>
    <dgm:cxn modelId="{78F2C44C-A73E-884D-8815-CCF99B9539FC}" type="presOf" srcId="{803C64B5-B669-4CAC-80DF-1EBD80097678}" destId="{4F5AB2AD-AF6A-4AAA-BAA7-8901411316C2}" srcOrd="0" destOrd="0" presId="urn:microsoft.com/office/officeart/2018/2/layout/IconVerticalSolidList"/>
    <dgm:cxn modelId="{744D3A4F-3642-D94F-89EA-534437082979}" type="presOf" srcId="{A8A3FDC1-9943-4A21-B16B-9226220913A0}" destId="{49CF5E58-5AF5-4A35-961D-A321E92BB061}" srcOrd="0" destOrd="0" presId="urn:microsoft.com/office/officeart/2018/2/layout/IconVerticalSolidList"/>
    <dgm:cxn modelId="{462DA551-67B4-104E-B2A0-522A09726FCF}" type="presOf" srcId="{7EB6B7BF-6FD8-4FC0-885E-3487540ECC28}" destId="{C49D8A1F-9DB4-4057-B2AB-928FDC082825}" srcOrd="0" destOrd="0" presId="urn:microsoft.com/office/officeart/2018/2/layout/IconVerticalSolidList"/>
    <dgm:cxn modelId="{DA4DDD54-73F8-6F46-8670-DB46C1CFA3FF}" type="presOf" srcId="{842F5FB9-3282-4E2A-A81B-95781C9F6F5F}" destId="{F6BEE326-36BE-4C1D-B3A9-4A6F371DE128}" srcOrd="0" destOrd="0" presId="urn:microsoft.com/office/officeart/2018/2/layout/IconVerticalSolidList"/>
    <dgm:cxn modelId="{E573A05F-3635-4FFD-9BF0-29821D66D01D}" srcId="{7EB6B7BF-6FD8-4FC0-885E-3487540ECC28}" destId="{228EC220-A386-4794-ABEA-FB277B75CD8D}" srcOrd="0" destOrd="0" parTransId="{5168E106-EDB0-43DC-A4BC-A95A4B90A045}" sibTransId="{DC2AE15F-23F4-44A0-9FA0-DB5D3F7BB03C}"/>
    <dgm:cxn modelId="{E39C6A66-48C5-4E0E-9640-350FD37348A8}" srcId="{7EB6B7BF-6FD8-4FC0-885E-3487540ECC28}" destId="{D877481E-346A-4CEE-BA74-0EEFB3B96878}" srcOrd="6" destOrd="0" parTransId="{50D3CF8A-025F-4210-9465-81DAB5C735DE}" sibTransId="{C5D71231-1221-4C52-B941-82BE8BA9F477}"/>
    <dgm:cxn modelId="{FBE74DA7-7731-4E6F-9795-4D8341A412BA}" srcId="{7EB6B7BF-6FD8-4FC0-885E-3487540ECC28}" destId="{CA9F9A0F-2F02-4059-B6F9-02F58CD424B4}" srcOrd="4" destOrd="0" parTransId="{D8F75402-E744-4AF7-B833-5BBCC8B83683}" sibTransId="{6B98C6E6-0B55-4720-8D21-A7AD7F52B25F}"/>
    <dgm:cxn modelId="{303F53AE-3572-4440-A180-C19ACB817DBF}" type="presOf" srcId="{01D2246B-E342-4252-96C5-2D8574C723BB}" destId="{94853192-FAD7-480E-A957-130DD4928A59}" srcOrd="0" destOrd="0" presId="urn:microsoft.com/office/officeart/2018/2/layout/IconVerticalSolidList"/>
    <dgm:cxn modelId="{8DDFE2D0-6867-49F2-8913-DA4966B51506}" srcId="{D877481E-346A-4CEE-BA74-0EEFB3B96878}" destId="{709C994E-8B64-44C1-A64F-8D7F19F9ADAC}" srcOrd="1" destOrd="0" parTransId="{94E2E59C-C891-41D6-8AB3-42446E819A2F}" sibTransId="{9E3E5EDC-B95F-4550-A6E0-1D461152012A}"/>
    <dgm:cxn modelId="{D16DD2E3-9FB2-BC43-99F2-DF44C91CFF3B}" type="presOf" srcId="{CA9F9A0F-2F02-4059-B6F9-02F58CD424B4}" destId="{DB187D48-AB07-430C-8DF2-CEB5B3ACA5D7}" srcOrd="0" destOrd="0" presId="urn:microsoft.com/office/officeart/2018/2/layout/IconVerticalSolidList"/>
    <dgm:cxn modelId="{72C068F8-028F-4ABD-9BD8-108243F868F0}" srcId="{7EB6B7BF-6FD8-4FC0-885E-3487540ECC28}" destId="{803C64B5-B669-4CAC-80DF-1EBD80097678}" srcOrd="2" destOrd="0" parTransId="{98C8ACF6-22F4-4339-97B9-AFB2AD60219E}" sibTransId="{C780A05D-104B-45A6-A07F-D58EF9CC1E1A}"/>
    <dgm:cxn modelId="{963ABEFF-2170-4E89-832D-E8DDEA777935}" srcId="{7EB6B7BF-6FD8-4FC0-885E-3487540ECC28}" destId="{A8A3FDC1-9943-4A21-B16B-9226220913A0}" srcOrd="1" destOrd="0" parTransId="{6B7D19EE-B96C-44F5-AFBB-61A274545471}" sibTransId="{431155E1-48C5-42B0-ACFA-33FEE2A35A30}"/>
    <dgm:cxn modelId="{6EB99403-2316-DA48-B411-48A77B1B4B25}" type="presParOf" srcId="{C49D8A1F-9DB4-4057-B2AB-928FDC082825}" destId="{A1F5DCD0-5B5F-4927-BC7D-1764EA1E95B7}" srcOrd="0" destOrd="0" presId="urn:microsoft.com/office/officeart/2018/2/layout/IconVerticalSolidList"/>
    <dgm:cxn modelId="{8E9F394A-F84A-2B48-BC2A-E9255956A3EB}" type="presParOf" srcId="{A1F5DCD0-5B5F-4927-BC7D-1764EA1E95B7}" destId="{FF0F0DEA-7B6E-40F6-B7D4-261BB248B8CA}" srcOrd="0" destOrd="0" presId="urn:microsoft.com/office/officeart/2018/2/layout/IconVerticalSolidList"/>
    <dgm:cxn modelId="{9464F180-D684-254D-97B5-8A4D0EA62042}" type="presParOf" srcId="{A1F5DCD0-5B5F-4927-BC7D-1764EA1E95B7}" destId="{FDB5277B-ED39-4A9E-8987-CC920EEFC62D}" srcOrd="1" destOrd="0" presId="urn:microsoft.com/office/officeart/2018/2/layout/IconVerticalSolidList"/>
    <dgm:cxn modelId="{FB1EC800-9C81-6E40-91DF-855502CA2E83}" type="presParOf" srcId="{A1F5DCD0-5B5F-4927-BC7D-1764EA1E95B7}" destId="{D377312F-D97E-4515-BCDE-BF440BCB0C32}" srcOrd="2" destOrd="0" presId="urn:microsoft.com/office/officeart/2018/2/layout/IconVerticalSolidList"/>
    <dgm:cxn modelId="{558A5A3F-C5E3-604B-81CD-3093095E3C03}" type="presParOf" srcId="{A1F5DCD0-5B5F-4927-BC7D-1764EA1E95B7}" destId="{F28E5846-F6DD-459B-83D8-747250EC7E01}" srcOrd="3" destOrd="0" presId="urn:microsoft.com/office/officeart/2018/2/layout/IconVerticalSolidList"/>
    <dgm:cxn modelId="{91224C74-0B3D-AD44-A55D-77BA4C4AD868}" type="presParOf" srcId="{C49D8A1F-9DB4-4057-B2AB-928FDC082825}" destId="{A3C777C4-8AC1-4E1D-953E-FCBE1D36B64D}" srcOrd="1" destOrd="0" presId="urn:microsoft.com/office/officeart/2018/2/layout/IconVerticalSolidList"/>
    <dgm:cxn modelId="{15B09FC0-1878-504D-BDAD-DE9BF9D3B364}" type="presParOf" srcId="{C49D8A1F-9DB4-4057-B2AB-928FDC082825}" destId="{9E8F8A30-B90D-4F7D-9BB3-91257C4AB8E6}" srcOrd="2" destOrd="0" presId="urn:microsoft.com/office/officeart/2018/2/layout/IconVerticalSolidList"/>
    <dgm:cxn modelId="{DEF5D632-903C-0448-B92C-24D71C6BB0A5}" type="presParOf" srcId="{9E8F8A30-B90D-4F7D-9BB3-91257C4AB8E6}" destId="{0583AD29-2338-44CE-A733-8BE3DCD91ABF}" srcOrd="0" destOrd="0" presId="urn:microsoft.com/office/officeart/2018/2/layout/IconVerticalSolidList"/>
    <dgm:cxn modelId="{4A2CF801-4637-C546-9D6A-50AC068BC0AC}" type="presParOf" srcId="{9E8F8A30-B90D-4F7D-9BB3-91257C4AB8E6}" destId="{00766C92-0B19-4F18-9F57-244D29F291CC}" srcOrd="1" destOrd="0" presId="urn:microsoft.com/office/officeart/2018/2/layout/IconVerticalSolidList"/>
    <dgm:cxn modelId="{0256CE79-D856-8346-B4BF-842EB78A995E}" type="presParOf" srcId="{9E8F8A30-B90D-4F7D-9BB3-91257C4AB8E6}" destId="{C5D1DC55-DCDA-41E9-8ACE-3CE9B4370B8F}" srcOrd="2" destOrd="0" presId="urn:microsoft.com/office/officeart/2018/2/layout/IconVerticalSolidList"/>
    <dgm:cxn modelId="{97D6AAA6-FEFD-304D-A532-67AB623070B1}" type="presParOf" srcId="{9E8F8A30-B90D-4F7D-9BB3-91257C4AB8E6}" destId="{49CF5E58-5AF5-4A35-961D-A321E92BB061}" srcOrd="3" destOrd="0" presId="urn:microsoft.com/office/officeart/2018/2/layout/IconVerticalSolidList"/>
    <dgm:cxn modelId="{30DC082B-E518-614F-A08A-9DE51997F6AE}" type="presParOf" srcId="{C49D8A1F-9DB4-4057-B2AB-928FDC082825}" destId="{78BD1B35-0576-43B8-A6BE-5862E543EE3B}" srcOrd="3" destOrd="0" presId="urn:microsoft.com/office/officeart/2018/2/layout/IconVerticalSolidList"/>
    <dgm:cxn modelId="{7304904E-4C66-CA4D-AA2B-0D5669F2482A}" type="presParOf" srcId="{C49D8A1F-9DB4-4057-B2AB-928FDC082825}" destId="{F2DD66EA-DC0F-4B20-B444-6E240458A250}" srcOrd="4" destOrd="0" presId="urn:microsoft.com/office/officeart/2018/2/layout/IconVerticalSolidList"/>
    <dgm:cxn modelId="{6E5EA99E-767F-0E4C-B65F-0893F7424373}" type="presParOf" srcId="{F2DD66EA-DC0F-4B20-B444-6E240458A250}" destId="{97DE11FB-0421-4118-8C67-BDA52B3B1AAB}" srcOrd="0" destOrd="0" presId="urn:microsoft.com/office/officeart/2018/2/layout/IconVerticalSolidList"/>
    <dgm:cxn modelId="{A4A61788-655E-6645-B1D0-1437C93A0DC8}" type="presParOf" srcId="{F2DD66EA-DC0F-4B20-B444-6E240458A250}" destId="{F41EF41B-1461-4FDC-A1E9-C50A3AE83ECA}" srcOrd="1" destOrd="0" presId="urn:microsoft.com/office/officeart/2018/2/layout/IconVerticalSolidList"/>
    <dgm:cxn modelId="{A6627524-A4C3-A449-BC63-7BB2AE4FAA4F}" type="presParOf" srcId="{F2DD66EA-DC0F-4B20-B444-6E240458A250}" destId="{AB566993-02DB-43A5-BCCB-026D21B2B3C9}" srcOrd="2" destOrd="0" presId="urn:microsoft.com/office/officeart/2018/2/layout/IconVerticalSolidList"/>
    <dgm:cxn modelId="{E2A9D00C-D990-1B4F-B382-48CA840843E8}" type="presParOf" srcId="{F2DD66EA-DC0F-4B20-B444-6E240458A250}" destId="{4F5AB2AD-AF6A-4AAA-BAA7-8901411316C2}" srcOrd="3" destOrd="0" presId="urn:microsoft.com/office/officeart/2018/2/layout/IconVerticalSolidList"/>
    <dgm:cxn modelId="{5CC6060E-637D-5B4C-996D-3D572FFB49FC}" type="presParOf" srcId="{C49D8A1F-9DB4-4057-B2AB-928FDC082825}" destId="{2FF23BF9-4D23-4532-B7AC-841B94D26B17}" srcOrd="5" destOrd="0" presId="urn:microsoft.com/office/officeart/2018/2/layout/IconVerticalSolidList"/>
    <dgm:cxn modelId="{FEF59E24-31CB-D549-A1AB-B3D070A5ECCA}" type="presParOf" srcId="{C49D8A1F-9DB4-4057-B2AB-928FDC082825}" destId="{1FECEF1D-3541-4535-A7C0-A460423290A6}" srcOrd="6" destOrd="0" presId="urn:microsoft.com/office/officeart/2018/2/layout/IconVerticalSolidList"/>
    <dgm:cxn modelId="{9BA6D184-3FF1-CE4B-A06A-83B52DC0FBC1}" type="presParOf" srcId="{1FECEF1D-3541-4535-A7C0-A460423290A6}" destId="{91DB9209-D385-4E91-A720-2937DED6BE13}" srcOrd="0" destOrd="0" presId="urn:microsoft.com/office/officeart/2018/2/layout/IconVerticalSolidList"/>
    <dgm:cxn modelId="{4FDA76FB-217E-914B-AD85-D5F83A2325F1}" type="presParOf" srcId="{1FECEF1D-3541-4535-A7C0-A460423290A6}" destId="{598775B7-A60D-407A-BACA-89C0910BA180}" srcOrd="1" destOrd="0" presId="urn:microsoft.com/office/officeart/2018/2/layout/IconVerticalSolidList"/>
    <dgm:cxn modelId="{88E0C782-95CB-4C44-A065-9372D9C5445F}" type="presParOf" srcId="{1FECEF1D-3541-4535-A7C0-A460423290A6}" destId="{FED21169-477E-42AE-8D67-38530527F3B9}" srcOrd="2" destOrd="0" presId="urn:microsoft.com/office/officeart/2018/2/layout/IconVerticalSolidList"/>
    <dgm:cxn modelId="{4C04B369-1E1C-4241-8081-E9178E356B6D}" type="presParOf" srcId="{1FECEF1D-3541-4535-A7C0-A460423290A6}" destId="{F6BEE326-36BE-4C1D-B3A9-4A6F371DE128}" srcOrd="3" destOrd="0" presId="urn:microsoft.com/office/officeart/2018/2/layout/IconVerticalSolidList"/>
    <dgm:cxn modelId="{CFBCDC82-878C-9044-9C67-5436BB6FC5A1}" type="presParOf" srcId="{C49D8A1F-9DB4-4057-B2AB-928FDC082825}" destId="{1DDE910D-EAF3-40DC-A55A-BC3A4303F72D}" srcOrd="7" destOrd="0" presId="urn:microsoft.com/office/officeart/2018/2/layout/IconVerticalSolidList"/>
    <dgm:cxn modelId="{0398E530-6EED-1E4B-BB78-EC066D6625AD}" type="presParOf" srcId="{C49D8A1F-9DB4-4057-B2AB-928FDC082825}" destId="{E292254A-C3F1-4A62-BBDF-9E8861AF8A28}" srcOrd="8" destOrd="0" presId="urn:microsoft.com/office/officeart/2018/2/layout/IconVerticalSolidList"/>
    <dgm:cxn modelId="{6DB69E7D-7426-7648-AD33-8B036C915CD7}" type="presParOf" srcId="{E292254A-C3F1-4A62-BBDF-9E8861AF8A28}" destId="{FED05C91-A50F-43B0-A6AA-4FA4FCA4140C}" srcOrd="0" destOrd="0" presId="urn:microsoft.com/office/officeart/2018/2/layout/IconVerticalSolidList"/>
    <dgm:cxn modelId="{07BA1AC6-D6AF-A14F-AADF-06CC3F777A5C}" type="presParOf" srcId="{E292254A-C3F1-4A62-BBDF-9E8861AF8A28}" destId="{CE9D0E26-213A-463D-BE2E-B2168E2DCBD0}" srcOrd="1" destOrd="0" presId="urn:microsoft.com/office/officeart/2018/2/layout/IconVerticalSolidList"/>
    <dgm:cxn modelId="{A0BAE285-00BE-DB40-9D68-3D143E644C5C}" type="presParOf" srcId="{E292254A-C3F1-4A62-BBDF-9E8861AF8A28}" destId="{DF235758-C887-41FA-9667-2DBC9A244FAC}" srcOrd="2" destOrd="0" presId="urn:microsoft.com/office/officeart/2018/2/layout/IconVerticalSolidList"/>
    <dgm:cxn modelId="{F718BCFB-4FC3-6142-A62C-9D09807B4186}" type="presParOf" srcId="{E292254A-C3F1-4A62-BBDF-9E8861AF8A28}" destId="{DB187D48-AB07-430C-8DF2-CEB5B3ACA5D7}" srcOrd="3" destOrd="0" presId="urn:microsoft.com/office/officeart/2018/2/layout/IconVerticalSolidList"/>
    <dgm:cxn modelId="{970225C0-61B9-4F41-9B02-60213E82872A}" type="presParOf" srcId="{C49D8A1F-9DB4-4057-B2AB-928FDC082825}" destId="{C5202BFE-DABB-4446-A737-8914B5A13932}" srcOrd="9" destOrd="0" presId="urn:microsoft.com/office/officeart/2018/2/layout/IconVerticalSolidList"/>
    <dgm:cxn modelId="{54F11CBF-8ADF-3B45-91DD-60098DFB65F0}" type="presParOf" srcId="{C49D8A1F-9DB4-4057-B2AB-928FDC082825}" destId="{49412D52-6F30-4902-99D3-B3AB49E3B324}" srcOrd="10" destOrd="0" presId="urn:microsoft.com/office/officeart/2018/2/layout/IconVerticalSolidList"/>
    <dgm:cxn modelId="{76EFF08F-6159-4749-B2CB-0697C7F46A0D}" type="presParOf" srcId="{49412D52-6F30-4902-99D3-B3AB49E3B324}" destId="{6B3E0633-FEDA-4AE5-8CFB-59AA256393A9}" srcOrd="0" destOrd="0" presId="urn:microsoft.com/office/officeart/2018/2/layout/IconVerticalSolidList"/>
    <dgm:cxn modelId="{4AD138A5-7E47-2A41-AC8C-16289321654F}" type="presParOf" srcId="{49412D52-6F30-4902-99D3-B3AB49E3B324}" destId="{04D6D121-BF93-487B-8DFD-826194344768}" srcOrd="1" destOrd="0" presId="urn:microsoft.com/office/officeart/2018/2/layout/IconVerticalSolidList"/>
    <dgm:cxn modelId="{856D2E2C-5D9E-E74B-857D-85EAC80D6FE0}" type="presParOf" srcId="{49412D52-6F30-4902-99D3-B3AB49E3B324}" destId="{562BD1F7-D7A2-421B-894C-C354CDC3F3F0}" srcOrd="2" destOrd="0" presId="urn:microsoft.com/office/officeart/2018/2/layout/IconVerticalSolidList"/>
    <dgm:cxn modelId="{6BDC3E60-1EC5-3E4E-920C-E5549431B203}" type="presParOf" srcId="{49412D52-6F30-4902-99D3-B3AB49E3B324}" destId="{6137D369-3A96-4C39-90CD-865616E25FEE}" srcOrd="3" destOrd="0" presId="urn:microsoft.com/office/officeart/2018/2/layout/IconVerticalSolidList"/>
    <dgm:cxn modelId="{EC28C6BF-78AB-774F-BEFC-4490EAF0CF61}" type="presParOf" srcId="{C49D8A1F-9DB4-4057-B2AB-928FDC082825}" destId="{10988F8C-5316-4C40-BBBE-C0121283A573}" srcOrd="11" destOrd="0" presId="urn:microsoft.com/office/officeart/2018/2/layout/IconVerticalSolidList"/>
    <dgm:cxn modelId="{18F8AF68-2926-F54D-BD3A-0937041D2CC7}" type="presParOf" srcId="{C49D8A1F-9DB4-4057-B2AB-928FDC082825}" destId="{BA390855-3FB4-474E-B74E-1F374DE6CA06}" srcOrd="12" destOrd="0" presId="urn:microsoft.com/office/officeart/2018/2/layout/IconVerticalSolidList"/>
    <dgm:cxn modelId="{5DAB1217-3A82-1143-A3A1-27AFFF9726D3}" type="presParOf" srcId="{BA390855-3FB4-474E-B74E-1F374DE6CA06}" destId="{748F2035-3236-43AC-BE25-40CCC6B2A90D}" srcOrd="0" destOrd="0" presId="urn:microsoft.com/office/officeart/2018/2/layout/IconVerticalSolidList"/>
    <dgm:cxn modelId="{9268B82C-1C01-2F46-9CF1-FBE80CB2E6A9}" type="presParOf" srcId="{BA390855-3FB4-474E-B74E-1F374DE6CA06}" destId="{E26DCE6A-8678-4155-B212-A8FAE269A0F0}" srcOrd="1" destOrd="0" presId="urn:microsoft.com/office/officeart/2018/2/layout/IconVerticalSolidList"/>
    <dgm:cxn modelId="{7EFE764A-4CA4-E848-A42F-73293D449EA5}" type="presParOf" srcId="{BA390855-3FB4-474E-B74E-1F374DE6CA06}" destId="{D4A61D9C-E0FB-496C-85B9-527ACFC44186}" srcOrd="2" destOrd="0" presId="urn:microsoft.com/office/officeart/2018/2/layout/IconVerticalSolidList"/>
    <dgm:cxn modelId="{3D7B66BD-9D1E-234D-8C60-334CC60B5288}" type="presParOf" srcId="{BA390855-3FB4-474E-B74E-1F374DE6CA06}" destId="{3663AE6C-EE67-4C53-8B21-3A9661A02C20}" srcOrd="3" destOrd="0" presId="urn:microsoft.com/office/officeart/2018/2/layout/IconVerticalSolidList"/>
    <dgm:cxn modelId="{B7E0CA9F-12EF-0C4B-A50C-81B209FB6C34}" type="presParOf" srcId="{BA390855-3FB4-474E-B74E-1F374DE6CA06}" destId="{94853192-FAD7-480E-A957-130DD4928A5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F0DEA-7B6E-40F6-B7D4-261BB248B8CA}">
      <dsp:nvSpPr>
        <dsp:cNvPr id="0" name=""/>
        <dsp:cNvSpPr/>
      </dsp:nvSpPr>
      <dsp:spPr>
        <a:xfrm>
          <a:off x="0" y="418"/>
          <a:ext cx="10652760" cy="5765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5277B-ED39-4A9E-8987-CC920EEFC62D}">
      <dsp:nvSpPr>
        <dsp:cNvPr id="0" name=""/>
        <dsp:cNvSpPr/>
      </dsp:nvSpPr>
      <dsp:spPr>
        <a:xfrm>
          <a:off x="174394" y="130133"/>
          <a:ext cx="317081" cy="3170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E5846-F6DD-459B-83D8-747250EC7E01}">
      <dsp:nvSpPr>
        <dsp:cNvPr id="0" name=""/>
        <dsp:cNvSpPr/>
      </dsp:nvSpPr>
      <dsp:spPr>
        <a:xfrm>
          <a:off x="665870" y="418"/>
          <a:ext cx="9986889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Agent Developer Kit (ADK) is a framework for building and orchestrating AI agents</a:t>
          </a:r>
        </a:p>
      </dsp:txBody>
      <dsp:txXfrm>
        <a:off x="665870" y="418"/>
        <a:ext cx="9986889" cy="576511"/>
      </dsp:txXfrm>
    </dsp:sp>
    <dsp:sp modelId="{0583AD29-2338-44CE-A733-8BE3DCD91ABF}">
      <dsp:nvSpPr>
        <dsp:cNvPr id="0" name=""/>
        <dsp:cNvSpPr/>
      </dsp:nvSpPr>
      <dsp:spPr>
        <a:xfrm>
          <a:off x="0" y="721057"/>
          <a:ext cx="10652760" cy="5765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766C92-0B19-4F18-9F57-244D29F291CC}">
      <dsp:nvSpPr>
        <dsp:cNvPr id="0" name=""/>
        <dsp:cNvSpPr/>
      </dsp:nvSpPr>
      <dsp:spPr>
        <a:xfrm>
          <a:off x="174394" y="850773"/>
          <a:ext cx="317081" cy="3170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F5E58-5AF5-4A35-961D-A321E92BB061}">
      <dsp:nvSpPr>
        <dsp:cNvPr id="0" name=""/>
        <dsp:cNvSpPr/>
      </dsp:nvSpPr>
      <dsp:spPr>
        <a:xfrm>
          <a:off x="665870" y="721057"/>
          <a:ext cx="9986889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Open-source agent framework from Google</a:t>
          </a:r>
        </a:p>
      </dsp:txBody>
      <dsp:txXfrm>
        <a:off x="665870" y="721057"/>
        <a:ext cx="9986889" cy="576511"/>
      </dsp:txXfrm>
    </dsp:sp>
    <dsp:sp modelId="{97DE11FB-0421-4118-8C67-BDA52B3B1AAB}">
      <dsp:nvSpPr>
        <dsp:cNvPr id="0" name=""/>
        <dsp:cNvSpPr/>
      </dsp:nvSpPr>
      <dsp:spPr>
        <a:xfrm>
          <a:off x="0" y="1441697"/>
          <a:ext cx="10652760" cy="5765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1EF41B-1461-4FDC-A1E9-C50A3AE83ECA}">
      <dsp:nvSpPr>
        <dsp:cNvPr id="0" name=""/>
        <dsp:cNvSpPr/>
      </dsp:nvSpPr>
      <dsp:spPr>
        <a:xfrm>
          <a:off x="174394" y="1571412"/>
          <a:ext cx="317081" cy="3170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AB2AD-AF6A-4AAA-BAA7-8901411316C2}">
      <dsp:nvSpPr>
        <dsp:cNvPr id="0" name=""/>
        <dsp:cNvSpPr/>
      </dsp:nvSpPr>
      <dsp:spPr>
        <a:xfrm>
          <a:off x="665870" y="1441697"/>
          <a:ext cx="9986889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Language-agnostic (Python, Java, etc.)</a:t>
          </a:r>
        </a:p>
      </dsp:txBody>
      <dsp:txXfrm>
        <a:off x="665870" y="1441697"/>
        <a:ext cx="9986889" cy="576511"/>
      </dsp:txXfrm>
    </dsp:sp>
    <dsp:sp modelId="{91DB9209-D385-4E91-A720-2937DED6BE13}">
      <dsp:nvSpPr>
        <dsp:cNvPr id="0" name=""/>
        <dsp:cNvSpPr/>
      </dsp:nvSpPr>
      <dsp:spPr>
        <a:xfrm>
          <a:off x="0" y="2162336"/>
          <a:ext cx="10652760" cy="5765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775B7-A60D-407A-BACA-89C0910BA180}">
      <dsp:nvSpPr>
        <dsp:cNvPr id="0" name=""/>
        <dsp:cNvSpPr/>
      </dsp:nvSpPr>
      <dsp:spPr>
        <a:xfrm>
          <a:off x="174394" y="2292051"/>
          <a:ext cx="317081" cy="3170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EE326-36BE-4C1D-B3A9-4A6F371DE128}">
      <dsp:nvSpPr>
        <dsp:cNvPr id="0" name=""/>
        <dsp:cNvSpPr/>
      </dsp:nvSpPr>
      <dsp:spPr>
        <a:xfrm>
          <a:off x="665870" y="2162336"/>
          <a:ext cx="9986889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Model-agnostic (bring-your-own model)</a:t>
          </a:r>
        </a:p>
      </dsp:txBody>
      <dsp:txXfrm>
        <a:off x="665870" y="2162336"/>
        <a:ext cx="9986889" cy="576511"/>
      </dsp:txXfrm>
    </dsp:sp>
    <dsp:sp modelId="{FED05C91-A50F-43B0-A6AA-4FA4FCA4140C}">
      <dsp:nvSpPr>
        <dsp:cNvPr id="0" name=""/>
        <dsp:cNvSpPr/>
      </dsp:nvSpPr>
      <dsp:spPr>
        <a:xfrm>
          <a:off x="0" y="2882975"/>
          <a:ext cx="10652760" cy="5765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D0E26-213A-463D-BE2E-B2168E2DCBD0}">
      <dsp:nvSpPr>
        <dsp:cNvPr id="0" name=""/>
        <dsp:cNvSpPr/>
      </dsp:nvSpPr>
      <dsp:spPr>
        <a:xfrm>
          <a:off x="174394" y="3012690"/>
          <a:ext cx="317081" cy="31708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87D48-AB07-430C-8DF2-CEB5B3ACA5D7}">
      <dsp:nvSpPr>
        <dsp:cNvPr id="0" name=""/>
        <dsp:cNvSpPr/>
      </dsp:nvSpPr>
      <dsp:spPr>
        <a:xfrm>
          <a:off x="665870" y="2882975"/>
          <a:ext cx="9986889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Deployment-agnostic (local -&gt; cloud)</a:t>
          </a:r>
        </a:p>
      </dsp:txBody>
      <dsp:txXfrm>
        <a:off x="665870" y="2882975"/>
        <a:ext cx="9986889" cy="576511"/>
      </dsp:txXfrm>
    </dsp:sp>
    <dsp:sp modelId="{6B3E0633-FEDA-4AE5-8CFB-59AA256393A9}">
      <dsp:nvSpPr>
        <dsp:cNvPr id="0" name=""/>
        <dsp:cNvSpPr/>
      </dsp:nvSpPr>
      <dsp:spPr>
        <a:xfrm>
          <a:off x="0" y="3603614"/>
          <a:ext cx="10652760" cy="5765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6D121-BF93-487B-8DFD-826194344768}">
      <dsp:nvSpPr>
        <dsp:cNvPr id="0" name=""/>
        <dsp:cNvSpPr/>
      </dsp:nvSpPr>
      <dsp:spPr>
        <a:xfrm>
          <a:off x="174394" y="3733329"/>
          <a:ext cx="317081" cy="31708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7D369-3A96-4C39-90CD-865616E25FEE}">
      <dsp:nvSpPr>
        <dsp:cNvPr id="0" name=""/>
        <dsp:cNvSpPr/>
      </dsp:nvSpPr>
      <dsp:spPr>
        <a:xfrm>
          <a:off x="665870" y="3603614"/>
          <a:ext cx="9986889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Designed to build structured agent workflows</a:t>
          </a:r>
        </a:p>
      </dsp:txBody>
      <dsp:txXfrm>
        <a:off x="665870" y="3603614"/>
        <a:ext cx="9986889" cy="576511"/>
      </dsp:txXfrm>
    </dsp:sp>
    <dsp:sp modelId="{748F2035-3236-43AC-BE25-40CCC6B2A90D}">
      <dsp:nvSpPr>
        <dsp:cNvPr id="0" name=""/>
        <dsp:cNvSpPr/>
      </dsp:nvSpPr>
      <dsp:spPr>
        <a:xfrm>
          <a:off x="0" y="4324253"/>
          <a:ext cx="10652760" cy="5765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DCE6A-8678-4155-B212-A8FAE269A0F0}">
      <dsp:nvSpPr>
        <dsp:cNvPr id="0" name=""/>
        <dsp:cNvSpPr/>
      </dsp:nvSpPr>
      <dsp:spPr>
        <a:xfrm>
          <a:off x="174394" y="4453968"/>
          <a:ext cx="317081" cy="31708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3AE6C-EE67-4C53-8B21-3A9661A02C20}">
      <dsp:nvSpPr>
        <dsp:cNvPr id="0" name=""/>
        <dsp:cNvSpPr/>
      </dsp:nvSpPr>
      <dsp:spPr>
        <a:xfrm>
          <a:off x="665870" y="4324253"/>
          <a:ext cx="4793742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Easy to plug different models:</a:t>
          </a:r>
        </a:p>
      </dsp:txBody>
      <dsp:txXfrm>
        <a:off x="665870" y="4324253"/>
        <a:ext cx="4793742" cy="576511"/>
      </dsp:txXfrm>
    </dsp:sp>
    <dsp:sp modelId="{94853192-FAD7-480E-A957-130DD4928A59}">
      <dsp:nvSpPr>
        <dsp:cNvPr id="0" name=""/>
        <dsp:cNvSpPr/>
      </dsp:nvSpPr>
      <dsp:spPr>
        <a:xfrm>
          <a:off x="5459612" y="4324253"/>
          <a:ext cx="5193147" cy="576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4" tIns="61014" rIns="61014" bIns="61014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Gemini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Claude</a:t>
          </a:r>
        </a:p>
      </dsp:txBody>
      <dsp:txXfrm>
        <a:off x="5459612" y="4324253"/>
        <a:ext cx="5193147" cy="5765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87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2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11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7378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51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5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49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00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28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36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14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38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96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4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82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28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13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3/6/26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030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3/6/26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11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30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3/6/26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54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91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3/6/26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278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055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446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94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3/6/26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10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3/6/26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410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3/6/26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29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3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972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828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0217702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040432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042943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192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8773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62090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322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256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85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267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82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93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154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657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161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73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9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6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F13F-BB7A-1E85-B77D-C51701B3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499085"/>
            <a:ext cx="7837154" cy="2123588"/>
          </a:xfrm>
        </p:spPr>
        <p:txBody>
          <a:bodyPr anchor="b">
            <a:normAutofit/>
          </a:bodyPr>
          <a:lstStyle/>
          <a:p>
            <a:r>
              <a:rPr lang="en-US" sz="4700" dirty="0"/>
              <a:t>Agentic Vision Pipeline for Net-Weight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7C378-423B-092F-7325-7F58E1C1BC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3622673"/>
            <a:ext cx="8396991" cy="2231136"/>
          </a:xfrm>
        </p:spPr>
        <p:txBody>
          <a:bodyPr>
            <a:normAutofit/>
          </a:bodyPr>
          <a:lstStyle/>
          <a:p>
            <a:r>
              <a:rPr lang="en-US" dirty="0"/>
              <a:t>Using Agentic AI to extract critical numeric data from warehouse label images.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CE1AD-CB67-9764-9618-B83720A9F3DB}"/>
              </a:ext>
            </a:extLst>
          </p:cNvPr>
          <p:cNvSpPr txBox="1"/>
          <p:nvPr/>
        </p:nvSpPr>
        <p:spPr>
          <a:xfrm>
            <a:off x="429767" y="5419493"/>
            <a:ext cx="4740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by: Gayathri Sruthi Gannamaneni</a:t>
            </a:r>
          </a:p>
        </p:txBody>
      </p:sp>
    </p:spTree>
    <p:extLst>
      <p:ext uri="{BB962C8B-B14F-4D97-AF65-F5344CB8AC3E}">
        <p14:creationId xmlns:p14="http://schemas.microsoft.com/office/powerpoint/2010/main" val="319010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9445-4080-9B2C-513A-23C46CDF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>
            <a:normAutofit/>
          </a:bodyPr>
          <a:lstStyle/>
          <a:p>
            <a:r>
              <a:rPr lang="en-US" dirty="0"/>
              <a:t>Problem Statement: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DE56F59-FF96-69C5-9910-7776D17E06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Warehouse box labels contain business-critical numeric information, especially net weight.</a:t>
            </a:r>
          </a:p>
          <a:p>
            <a:pPr>
              <a:lnSpc>
                <a:spcPct val="110000"/>
              </a:lnSpc>
            </a:pPr>
            <a:r>
              <a:rPr lang="en-US" sz="1700"/>
              <a:t>Image quality varies significantly due to cold-storage and operational conditions.</a:t>
            </a:r>
          </a:p>
          <a:p>
            <a:pPr>
              <a:lnSpc>
                <a:spcPct val="110000"/>
              </a:lnSpc>
            </a:pPr>
            <a:r>
              <a:rPr lang="en-US" sz="1700"/>
              <a:t>Traditional OCR struggles with accuracy and reliability in these scenarios.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70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/>
              <a:t>Objective: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Build an </a:t>
            </a:r>
            <a:r>
              <a:rPr lang="en-US" sz="1700" b="1"/>
              <a:t>agent-based vision system</a:t>
            </a:r>
            <a:r>
              <a:rPr lang="en-US" sz="1700"/>
              <a:t> that: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Extracts net weight reliably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Provides confidence-based decisions</a:t>
            </a:r>
          </a:p>
          <a:p>
            <a:pPr lvl="1">
              <a:lnSpc>
                <a:spcPct val="110000"/>
              </a:lnSpc>
            </a:pPr>
            <a:r>
              <a:rPr lang="en-US" sz="1700"/>
              <a:t>Scales safely across real warehouse environments</a:t>
            </a:r>
          </a:p>
          <a:p>
            <a:pPr lvl="1">
              <a:lnSpc>
                <a:spcPct val="110000"/>
              </a:lnSpc>
            </a:pPr>
            <a:endParaRPr lang="en-US" sz="1700"/>
          </a:p>
        </p:txBody>
      </p:sp>
      <p:pic>
        <p:nvPicPr>
          <p:cNvPr id="7" name="Picture 6" descr="Boxes On Rack In Warehouse">
            <a:extLst>
              <a:ext uri="{FF2B5EF4-FFF2-40B4-BE49-F238E27FC236}">
                <a16:creationId xmlns:a16="http://schemas.microsoft.com/office/drawing/2014/main" id="{35011335-8FFD-7E76-1D42-B6B1503DA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44" r="12863" b="-2"/>
          <a:stretch>
            <a:fillRect/>
          </a:stretch>
        </p:blipFill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45257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75DC-57BC-8304-4A49-335957386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</p:spPr>
        <p:txBody>
          <a:bodyPr anchor="b">
            <a:normAutofit/>
          </a:bodyPr>
          <a:lstStyle/>
          <a:p>
            <a:r>
              <a:rPr lang="en-US" dirty="0"/>
              <a:t>What is ADK?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EAFF54-1856-7069-A123-D1034D4A8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921433"/>
              </p:ext>
            </p:extLst>
          </p:nvPr>
        </p:nvGraphicFramePr>
        <p:xfrm>
          <a:off x="429768" y="1380744"/>
          <a:ext cx="10652760" cy="4901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578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739A-F735-35AB-4891-C4220ED5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/>
          <a:p>
            <a:r>
              <a:rPr lang="en-US" dirty="0"/>
              <a:t>What is an Agent?</a:t>
            </a:r>
          </a:p>
        </p:txBody>
      </p:sp>
      <p:pic>
        <p:nvPicPr>
          <p:cNvPr id="4" name="Picture 3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34792329-B2B9-C171-0022-2FC71D75B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70" r="6589" b="-1"/>
          <a:stretch>
            <a:fillRect/>
          </a:stretch>
        </p:blipFill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A70C7-513B-78CA-18E8-E7A383D7E9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Agent = Decision + Action</a:t>
            </a:r>
            <a:endParaRPr lang="en-US" dirty="0"/>
          </a:p>
          <a:p>
            <a:r>
              <a:rPr lang="en-US" dirty="0"/>
              <a:t>Input: image</a:t>
            </a:r>
          </a:p>
          <a:p>
            <a:r>
              <a:rPr lang="en-US" dirty="0"/>
              <a:t>Decide: extract net weight</a:t>
            </a:r>
          </a:p>
          <a:p>
            <a:r>
              <a:rPr lang="en-US" dirty="0"/>
              <a:t>Act: return JSON / store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48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EFBD-0161-A943-E7DE-2FDFB95C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A3D2F0-481E-CD43-D181-5DF87BEF4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F1B9-F964-1099-A5A5-7793E919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E3D149-6EA9-A371-A2ED-4D85DDB75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1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6F7F-C184-0D7D-457E-A9751C1D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>
            <a:normAutofit/>
          </a:bodyPr>
          <a:lstStyle/>
          <a:p>
            <a:r>
              <a:rPr lang="en-US"/>
              <a:t>Confidence Threshold (≥ 90%):</a:t>
            </a:r>
            <a:endParaRPr lang="en-US" dirty="0"/>
          </a:p>
        </p:txBody>
      </p:sp>
      <p:pic>
        <p:nvPicPr>
          <p:cNvPr id="7" name="Picture 6" descr="A close-up of a label&#10;&#10;AI-generated content may be incorrect.">
            <a:extLst>
              <a:ext uri="{FF2B5EF4-FFF2-40B4-BE49-F238E27FC236}">
                <a16:creationId xmlns:a16="http://schemas.microsoft.com/office/drawing/2014/main" id="{5DBF67C6-F02E-65EC-7843-EC0BCE84F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6" b="3"/>
          <a:stretch>
            <a:fillRect/>
          </a:stretch>
        </p:blipFill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372AF-845F-8409-CB07-EB7AE689EA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>
            <a:normAutofit/>
          </a:bodyPr>
          <a:lstStyle/>
          <a:p>
            <a:r>
              <a:rPr lang="en-US" dirty="0"/>
              <a:t>Prevents wrong automation when images are foggy.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Decision Policy:</a:t>
            </a:r>
          </a:p>
          <a:p>
            <a:pPr>
              <a:buSzPct val="100000"/>
            </a:pPr>
            <a:r>
              <a:rPr lang="en-US" dirty="0"/>
              <a:t>If confidence ≥ 0.90 → accept and return </a:t>
            </a:r>
            <a:r>
              <a:rPr lang="en-US" dirty="0" err="1"/>
              <a:t>net_weight</a:t>
            </a:r>
            <a:endParaRPr lang="en-US" dirty="0"/>
          </a:p>
          <a:p>
            <a:pPr>
              <a:buSzPct val="100000"/>
            </a:pPr>
            <a:r>
              <a:rPr lang="en-US" dirty="0"/>
              <a:t>If confidence &lt; 0.90 → retry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021457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201</Words>
  <Application>Microsoft Macintosh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Dune</vt:lpstr>
      <vt:lpstr>Agentic Vision Pipeline for Net-Weight Extraction</vt:lpstr>
      <vt:lpstr>Problem Statement:</vt:lpstr>
      <vt:lpstr>What is ADK?</vt:lpstr>
      <vt:lpstr>What is an Agent?</vt:lpstr>
      <vt:lpstr>PowerPoint Presentation</vt:lpstr>
      <vt:lpstr>PowerPoint Presentation</vt:lpstr>
      <vt:lpstr>Confidence Threshold (≥ 90%):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Sruthi Gannamaneni</dc:creator>
  <cp:lastModifiedBy>Gayathri Sruthi Gannamaneni</cp:lastModifiedBy>
  <cp:revision>4</cp:revision>
  <dcterms:created xsi:type="dcterms:W3CDTF">2026-03-02T06:02:33Z</dcterms:created>
  <dcterms:modified xsi:type="dcterms:W3CDTF">2026-03-06T22:01:02Z</dcterms:modified>
</cp:coreProperties>
</file>